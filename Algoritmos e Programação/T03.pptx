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56" r:id="rId6"/>
    <p:sldId id="258" r:id="rId7"/>
    <p:sldId id="259" r:id="rId8"/>
    <p:sldId id="260" r:id="rId9"/>
    <p:sldId id="261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23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Menegazzi Garofalo" userId="b16d799c-7dbe-4840-82b9-f02e22b21a9d" providerId="ADAL" clId="{A8D7D104-E5FD-4F3C-9924-3BC3DDB03A2C}"/>
    <pc:docChg chg="custSel addSld modSld sldOrd">
      <pc:chgData name="Matheus Menegazzi Garofalo" userId="b16d799c-7dbe-4840-82b9-f02e22b21a9d" providerId="ADAL" clId="{A8D7D104-E5FD-4F3C-9924-3BC3DDB03A2C}" dt="2026-03-23T23:13:36.309" v="32"/>
      <pc:docMkLst>
        <pc:docMk/>
      </pc:docMkLst>
      <pc:sldChg chg="modSp ord">
        <pc:chgData name="Matheus Menegazzi Garofalo" userId="b16d799c-7dbe-4840-82b9-f02e22b21a9d" providerId="ADAL" clId="{A8D7D104-E5FD-4F3C-9924-3BC3DDB03A2C}" dt="2026-03-23T22:58:35.140" v="13" actId="1076"/>
        <pc:sldMkLst>
          <pc:docMk/>
          <pc:sldMk cId="3287611982" sldId="256"/>
        </pc:sldMkLst>
        <pc:picChg chg="mod">
          <ac:chgData name="Matheus Menegazzi Garofalo" userId="b16d799c-7dbe-4840-82b9-f02e22b21a9d" providerId="ADAL" clId="{A8D7D104-E5FD-4F3C-9924-3BC3DDB03A2C}" dt="2026-03-23T22:58:35.140" v="13" actId="1076"/>
          <ac:picMkLst>
            <pc:docMk/>
            <pc:sldMk cId="3287611982" sldId="256"/>
            <ac:picMk id="4" creationId="{F3E1D7F8-BEE9-45CD-B939-4DC3556D289A}"/>
          </ac:picMkLst>
        </pc:picChg>
      </pc:sldChg>
      <pc:sldChg chg="addSp delSp modSp add">
        <pc:chgData name="Matheus Menegazzi Garofalo" userId="b16d799c-7dbe-4840-82b9-f02e22b21a9d" providerId="ADAL" clId="{A8D7D104-E5FD-4F3C-9924-3BC3DDB03A2C}" dt="2026-03-23T22:58:26.055" v="10"/>
        <pc:sldMkLst>
          <pc:docMk/>
          <pc:sldMk cId="3728300015" sldId="257"/>
        </pc:sldMkLst>
        <pc:spChg chg="del">
          <ac:chgData name="Matheus Menegazzi Garofalo" userId="b16d799c-7dbe-4840-82b9-f02e22b21a9d" providerId="ADAL" clId="{A8D7D104-E5FD-4F3C-9924-3BC3DDB03A2C}" dt="2026-03-23T22:56:54.534" v="2" actId="478"/>
          <ac:spMkLst>
            <pc:docMk/>
            <pc:sldMk cId="3728300015" sldId="257"/>
            <ac:spMk id="2" creationId="{8478BD51-BE89-4AC5-9C2E-D86933A2E1F9}"/>
          </ac:spMkLst>
        </pc:spChg>
        <pc:spChg chg="del">
          <ac:chgData name="Matheus Menegazzi Garofalo" userId="b16d799c-7dbe-4840-82b9-f02e22b21a9d" providerId="ADAL" clId="{A8D7D104-E5FD-4F3C-9924-3BC3DDB03A2C}" dt="2026-03-23T22:56:54.534" v="2" actId="478"/>
          <ac:spMkLst>
            <pc:docMk/>
            <pc:sldMk cId="3728300015" sldId="257"/>
            <ac:spMk id="3" creationId="{E1CF70CB-7062-4246-AF4B-6409819D360B}"/>
          </ac:spMkLst>
        </pc:spChg>
        <pc:picChg chg="add mod">
          <ac:chgData name="Matheus Menegazzi Garofalo" userId="b16d799c-7dbe-4840-82b9-f02e22b21a9d" providerId="ADAL" clId="{A8D7D104-E5FD-4F3C-9924-3BC3DDB03A2C}" dt="2026-03-23T22:57:39.051" v="9" actId="1076"/>
          <ac:picMkLst>
            <pc:docMk/>
            <pc:sldMk cId="3728300015" sldId="257"/>
            <ac:picMk id="4" creationId="{26EFB8CA-DFEC-4078-93F8-2D24C7162808}"/>
          </ac:picMkLst>
        </pc:picChg>
        <pc:picChg chg="add">
          <ac:chgData name="Matheus Menegazzi Garofalo" userId="b16d799c-7dbe-4840-82b9-f02e22b21a9d" providerId="ADAL" clId="{A8D7D104-E5FD-4F3C-9924-3BC3DDB03A2C}" dt="2026-03-23T22:58:26.055" v="10"/>
          <ac:picMkLst>
            <pc:docMk/>
            <pc:sldMk cId="3728300015" sldId="257"/>
            <ac:picMk id="5" creationId="{7BD3210B-5508-4F76-A04F-E2563CCAC508}"/>
          </ac:picMkLst>
        </pc:picChg>
      </pc:sldChg>
      <pc:sldChg chg="addSp delSp modSp add">
        <pc:chgData name="Matheus Menegazzi Garofalo" userId="b16d799c-7dbe-4840-82b9-f02e22b21a9d" providerId="ADAL" clId="{A8D7D104-E5FD-4F3C-9924-3BC3DDB03A2C}" dt="2026-03-23T23:00:02.795" v="20"/>
        <pc:sldMkLst>
          <pc:docMk/>
          <pc:sldMk cId="2050116424" sldId="258"/>
        </pc:sldMkLst>
        <pc:spChg chg="add del mod">
          <ac:chgData name="Matheus Menegazzi Garofalo" userId="b16d799c-7dbe-4840-82b9-f02e22b21a9d" providerId="ADAL" clId="{A8D7D104-E5FD-4F3C-9924-3BC3DDB03A2C}" dt="2026-03-23T22:59:51.178" v="19" actId="478"/>
          <ac:spMkLst>
            <pc:docMk/>
            <pc:sldMk cId="2050116424" sldId="258"/>
            <ac:spMk id="3" creationId="{287D9928-5138-4FE5-8288-CF8D34D2953F}"/>
          </ac:spMkLst>
        </pc:spChg>
        <pc:picChg chg="add mod">
          <ac:chgData name="Matheus Menegazzi Garofalo" userId="b16d799c-7dbe-4840-82b9-f02e22b21a9d" providerId="ADAL" clId="{A8D7D104-E5FD-4F3C-9924-3BC3DDB03A2C}" dt="2026-03-23T22:58:55.556" v="15" actId="1076"/>
          <ac:picMkLst>
            <pc:docMk/>
            <pc:sldMk cId="2050116424" sldId="258"/>
            <ac:picMk id="2" creationId="{D4D68E70-6AE4-4D20-8EE4-B77763D7271D}"/>
          </ac:picMkLst>
        </pc:picChg>
        <pc:picChg chg="add">
          <ac:chgData name="Matheus Menegazzi Garofalo" userId="b16d799c-7dbe-4840-82b9-f02e22b21a9d" providerId="ADAL" clId="{A8D7D104-E5FD-4F3C-9924-3BC3DDB03A2C}" dt="2026-03-23T23:00:02.795" v="20"/>
          <ac:picMkLst>
            <pc:docMk/>
            <pc:sldMk cId="2050116424" sldId="258"/>
            <ac:picMk id="4" creationId="{FD50FECF-E2AE-471C-8872-D5A5674C7B01}"/>
          </ac:picMkLst>
        </pc:picChg>
      </pc:sldChg>
      <pc:sldChg chg="addSp modSp add">
        <pc:chgData name="Matheus Menegazzi Garofalo" userId="b16d799c-7dbe-4840-82b9-f02e22b21a9d" providerId="ADAL" clId="{A8D7D104-E5FD-4F3C-9924-3BC3DDB03A2C}" dt="2026-03-23T23:01:08.251" v="26" actId="14100"/>
        <pc:sldMkLst>
          <pc:docMk/>
          <pc:sldMk cId="271186667" sldId="259"/>
        </pc:sldMkLst>
        <pc:picChg chg="add mod">
          <ac:chgData name="Matheus Menegazzi Garofalo" userId="b16d799c-7dbe-4840-82b9-f02e22b21a9d" providerId="ADAL" clId="{A8D7D104-E5FD-4F3C-9924-3BC3DDB03A2C}" dt="2026-03-23T23:00:27.409" v="22" actId="1076"/>
          <ac:picMkLst>
            <pc:docMk/>
            <pc:sldMk cId="271186667" sldId="259"/>
            <ac:picMk id="2" creationId="{F25FC87A-61A7-4CBD-812A-89DEFC3D21B2}"/>
          </ac:picMkLst>
        </pc:picChg>
        <pc:picChg chg="add mod">
          <ac:chgData name="Matheus Menegazzi Garofalo" userId="b16d799c-7dbe-4840-82b9-f02e22b21a9d" providerId="ADAL" clId="{A8D7D104-E5FD-4F3C-9924-3BC3DDB03A2C}" dt="2026-03-23T23:01:08.251" v="26" actId="14100"/>
          <ac:picMkLst>
            <pc:docMk/>
            <pc:sldMk cId="271186667" sldId="259"/>
            <ac:picMk id="3" creationId="{E44CF37D-2FFC-404F-86E2-C9DFB2D52442}"/>
          </ac:picMkLst>
        </pc:picChg>
      </pc:sldChg>
      <pc:sldChg chg="addSp modSp add">
        <pc:chgData name="Matheus Menegazzi Garofalo" userId="b16d799c-7dbe-4840-82b9-f02e22b21a9d" providerId="ADAL" clId="{A8D7D104-E5FD-4F3C-9924-3BC3DDB03A2C}" dt="2026-03-23T23:01:44.806" v="29"/>
        <pc:sldMkLst>
          <pc:docMk/>
          <pc:sldMk cId="3672007125" sldId="260"/>
        </pc:sldMkLst>
        <pc:picChg chg="add mod">
          <ac:chgData name="Matheus Menegazzi Garofalo" userId="b16d799c-7dbe-4840-82b9-f02e22b21a9d" providerId="ADAL" clId="{A8D7D104-E5FD-4F3C-9924-3BC3DDB03A2C}" dt="2026-03-23T23:01:25.242" v="28" actId="1076"/>
          <ac:picMkLst>
            <pc:docMk/>
            <pc:sldMk cId="3672007125" sldId="260"/>
            <ac:picMk id="2" creationId="{5C38FD6F-188F-46FF-9CC0-00C2BD93E6E6}"/>
          </ac:picMkLst>
        </pc:picChg>
        <pc:picChg chg="add">
          <ac:chgData name="Matheus Menegazzi Garofalo" userId="b16d799c-7dbe-4840-82b9-f02e22b21a9d" providerId="ADAL" clId="{A8D7D104-E5FD-4F3C-9924-3BC3DDB03A2C}" dt="2026-03-23T23:01:44.806" v="29"/>
          <ac:picMkLst>
            <pc:docMk/>
            <pc:sldMk cId="3672007125" sldId="260"/>
            <ac:picMk id="3" creationId="{A6FBFD50-1B6E-4B4A-BBD0-5B3208FFAE58}"/>
          </ac:picMkLst>
        </pc:picChg>
      </pc:sldChg>
      <pc:sldChg chg="addSp modSp add">
        <pc:chgData name="Matheus Menegazzi Garofalo" userId="b16d799c-7dbe-4840-82b9-f02e22b21a9d" providerId="ADAL" clId="{A8D7D104-E5FD-4F3C-9924-3BC3DDB03A2C}" dt="2026-03-23T23:13:36.309" v="32"/>
        <pc:sldMkLst>
          <pc:docMk/>
          <pc:sldMk cId="2518163585" sldId="261"/>
        </pc:sldMkLst>
        <pc:picChg chg="add mod">
          <ac:chgData name="Matheus Menegazzi Garofalo" userId="b16d799c-7dbe-4840-82b9-f02e22b21a9d" providerId="ADAL" clId="{A8D7D104-E5FD-4F3C-9924-3BC3DDB03A2C}" dt="2026-03-23T23:02:06.174" v="31" actId="1076"/>
          <ac:picMkLst>
            <pc:docMk/>
            <pc:sldMk cId="2518163585" sldId="261"/>
            <ac:picMk id="2" creationId="{B62DECBF-6E2D-4E14-8201-657519DDA599}"/>
          </ac:picMkLst>
        </pc:picChg>
        <pc:picChg chg="add">
          <ac:chgData name="Matheus Menegazzi Garofalo" userId="b16d799c-7dbe-4840-82b9-f02e22b21a9d" providerId="ADAL" clId="{A8D7D104-E5FD-4F3C-9924-3BC3DDB03A2C}" dt="2026-03-23T23:13:36.309" v="32"/>
          <ac:picMkLst>
            <pc:docMk/>
            <pc:sldMk cId="2518163585" sldId="261"/>
            <ac:picMk id="3" creationId="{8F9EC96D-E5BD-4D95-A436-8575486582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2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38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9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28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1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6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84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033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30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1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5833-0AB9-4CC0-8250-08319C2D046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BDD5C-C942-4248-AD63-6137192D58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06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EFB8CA-DFEC-4078-93F8-2D24C716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211147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BD3210B-5508-4F76-A04F-E2563CCAC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" y="2785760"/>
            <a:ext cx="658269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0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96915B9-E2B3-486F-9EB4-544CDACF0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3481212"/>
            <a:ext cx="5143500" cy="2943577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E1D7F8-BEE9-45CD-B939-4DC3556D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5" y="2433284"/>
            <a:ext cx="6610749" cy="41961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B71D503-F8AA-4CE6-BF9F-C5B1DDDD5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876"/>
            <a:ext cx="6858000" cy="19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1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D68E70-6AE4-4D20-8EE4-B77763D7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224022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D50FECF-E2AE-471C-8872-D5A5674C7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" y="2861970"/>
            <a:ext cx="6582694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1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25FC87A-61A7-4CBD-812A-89DEFC3D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95453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44CF37D-2FFC-404F-86E2-C9DFB2D52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" y="3162300"/>
            <a:ext cx="6582694" cy="34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38FD6F-188F-46FF-9CC0-00C2BD93E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2162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FBFD50-1B6E-4B4A-BBD0-5B3208FFA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6" y="3057260"/>
            <a:ext cx="6573167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0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2DECBF-6E2D-4E14-8201-657519DDA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227451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9EC96D-E5BD-4D95-A436-85754865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63" y="2690497"/>
            <a:ext cx="6611273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63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4B40B4A9E2654C856711AE2E6DEE78" ma:contentTypeVersion="9" ma:contentTypeDescription="Create a new document." ma:contentTypeScope="" ma:versionID="2679535340e99c2c827cc4fbe6d33809">
  <xsd:schema xmlns:xsd="http://www.w3.org/2001/XMLSchema" xmlns:xs="http://www.w3.org/2001/XMLSchema" xmlns:p="http://schemas.microsoft.com/office/2006/metadata/properties" xmlns:ns3="bc800180-ecc1-45f9-9269-5e41d93acc09" targetNamespace="http://schemas.microsoft.com/office/2006/metadata/properties" ma:root="true" ma:fieldsID="354e9c9f882ee2955db48e6f43d3a03a" ns3:_="">
    <xsd:import namespace="bc800180-ecc1-45f9-9269-5e41d93acc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00180-ecc1-45f9-9269-5e41d93acc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390254-C18F-41CD-8E70-28526DCE2F45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c800180-ecc1-45f9-9269-5e41d93acc09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36D6BBA-37CF-4C1A-8C0B-D5CE0F111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032E3-01F0-4F08-8EF5-7130DFBDC3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800180-ecc1-45f9-9269-5e41d93ac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Office PowerPoint</Application>
  <PresentationFormat>Papel A4 (210 x 297 mm)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Menegazzi Garofalo</dc:creator>
  <cp:lastModifiedBy>Matheus Menegazzi Garofalo</cp:lastModifiedBy>
  <cp:revision>2</cp:revision>
  <dcterms:created xsi:type="dcterms:W3CDTF">2026-03-23T22:16:59Z</dcterms:created>
  <dcterms:modified xsi:type="dcterms:W3CDTF">2026-03-23T23:14:07Z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0x010100534B40B4A9E2654C856711AE2E6DEE78</vt:lpwstr>
  </property>
</Properties>
</file>